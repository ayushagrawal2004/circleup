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F6D6D"/>
                </a:solidFill>
              </a:rPr>
              <a:t>CircleUp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F9FAFB"/>
                </a:solidFill>
              </a:rPr>
              <a:t>DevOps &amp; Workflow Presentation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1. Introduction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Project: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CircleUp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Concept: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Real-time community engagement platform (Chat, Events, Status Music).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Tech Stack: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MERN (MongoDB, Express, React, Node.js) + Socket.IO.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2. Problem Identification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No Event Planning in WhatsApp: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Details lost in spam. Confusion on who/where.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Boring Status Updates: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Static text/images lack 'vibe'. No local music support.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Fragmented Tools: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Switching apps (Insta, G-Forms, WhatsApp) to manage one event.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Social Disconnect (FB Events):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Good features, but empty 'ghost town' engagement.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Complexity (Discord):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Powerful but overwhelming for non-tech users.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Lack of Admin Control: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Group chats lack owner-managed threads.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3. The Solution: CircleUp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All-in-One: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Unified Chat + Event Management.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Status Music: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Expressive local audio statuses (Green DevOps: no server bloat).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User-Centric: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Dark Mode, Responsive, Simple UI.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Secure: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JWT Auth, Owner-only Event Deletion.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4. Technical Architecture (Brief)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Frontend: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React + Vite, TailwindCSS (for Dark Mode), Zustand.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Backend: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Node/Express, MongoDB (Flexible schema).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Real-time: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Socket.IO for instant msg &amp; status updates.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5.1 Version Control: Why Git?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Safety Net: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Every change is tracked. 'git reflog' saves us from mistakes.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Collaboration: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Enables multiple developers (or feature branches) to work in parallel.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Code Integrity: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Ensures production code (`main`) remains stable while features are tested elsewhere.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5.2 Branching Strategy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main: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The 'Golden Copy'. Only stable, tested code lands here.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v1.1 (Dark Mode):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Isolated logic for theming. Prevents CSS bugs from affecting main app.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v1.2 (Status Music):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Experimental features (IndexedDB) kept separate until proven stable.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v1.5 (Polishing):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Release prep, bug fixes, and final touches.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5.3 DevOps Logic: Rebase over Merge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The Problem: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Standard merges create 'commit bubbles' and messy history.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The Solution: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`git rebase main` moves feature commits on TOP of the latest main.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Benefit: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Linear History. Makes tracking bugs (`git bisect`) and code reviews much easier.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5.4 GitHub Power Tools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Semantic Commits: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Using `feat:`, `fix:`, `docs:` prefixes for clarity.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Release Tags: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Using `git tag v1.5` to mark specific deployment points.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Remote Backup: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Decentralized code storage ensures no data loss.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Git Workflow Visualized</a:t>
            </a:r>
            <a:endParaRPr lang="en-US" sz="3200" dirty="0"/>
          </a:p>
        </p:txBody>
      </p:sp>
      <p:pic>
        <p:nvPicPr>
          <p:cNvPr id="3" name="Image 0" descr="workflow_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822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6. Key Feature Delivery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Dark Mode (v1.1):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Config-based theming (Tailwind). Persisted via LocalStorage.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Status Music: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Binary data handling. Decision: Client-side IndexedDB (Efficiency).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b="1" dirty="0">
                <a:solidFill>
                  <a:srgbClr val="FFFFFF"/>
                </a:solidFill>
              </a:rPr>
              <a:t>v1.5 Releases: </a:t>
            </a:r>
            <a:pPr indent="0" marL="0">
              <a:buNone/>
            </a:pPr>
            <a:r>
              <a:rPr lang="en-US" sz="1800" dirty="0">
                <a:solidFill>
                  <a:srgbClr val="9CA3AF"/>
                </a:solidFill>
              </a:rPr>
              <a:t>Agile fixes: Logout Button, Secure Event Deletion.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7. GitHub Usage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Remote Collaboration suitable for teams.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Release Management with Git Tags.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Comprehensive Documentation (README w/ Badges).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6D6D"/>
                </a:solidFill>
              </a:rPr>
              <a:t>8. Conclusion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Demonstrates Full-Stack + DevOps Mindset.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Git used as a strategic tool, not just a save button.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F9FAFB"/>
                </a:solidFill>
              </a:rPr>
              <a:t>Result: Robust, clean, and user-centric software delivery.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2025-12-23T06:16:20Z</dcterms:created>
  <dcterms:modified xsi:type="dcterms:W3CDTF">2025-12-23T06:16:20Z</dcterms:modified>
</cp:coreProperties>
</file>