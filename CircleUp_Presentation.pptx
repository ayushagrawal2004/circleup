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F6D6D"/>
                </a:solidFill>
              </a:rPr>
              <a:t>CircleUp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9FAFB"/>
                </a:solidFill>
              </a:rPr>
              <a:t>DevOps &amp; Workflow Presentation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F6D6D"/>
                </a:solidFill>
              </a:rPr>
              <a:t>1. 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Project: </a:t>
            </a:r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CircleUp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Concept: </a:t>
            </a:r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Real-time community engagement platform (Chat, Events, Status Music).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Tech Stack: </a:t>
            </a:r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MERN (MongoDB, Express, React, Node.js) + Socket.IO.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F6D6D"/>
                </a:solidFill>
              </a:rPr>
              <a:t>2. Problem Identification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No Event Planning in WhatsApp: </a:t>
            </a:r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Details lost in spam. Confusion on who/where.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Boring Status Updates: </a:t>
            </a:r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Static text/images lack 'vibe'. No local music support.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Fragmented Tools: </a:t>
            </a:r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Switching apps (Insta, G-Forms, WhatsApp) to manage one event.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Social Disconnect (FB Events): </a:t>
            </a:r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Good features, but empty 'ghost town' engagement.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Complexity (Discord): </a:t>
            </a:r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Powerful but overwhelming for non-tech users.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Lack of Admin Control: </a:t>
            </a:r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Group chats lack owner-managed threads.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F6D6D"/>
                </a:solidFill>
              </a:rPr>
              <a:t>3. The Solution: CircleUp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All-in-One: </a:t>
            </a:r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Unified Chat + Event Management.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Status Music: </a:t>
            </a:r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Expressive local audio statuses (Green DevOps: no server bloat).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User-Centric: </a:t>
            </a:r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Dark Mode, Responsive, Simple UI.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Secure: </a:t>
            </a:r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JWT Auth, Owner-only Event Deletion.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F6D6D"/>
                </a:solidFill>
              </a:rPr>
              <a:t>4. Technical Architecture (Brief)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Frontend: </a:t>
            </a:r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React + Vite, TailwindCSS (for Dark Mode), Zustand.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Backend: </a:t>
            </a:r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Node/Express, MongoDB (Flexible schema).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Real-time: </a:t>
            </a:r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Socket.IO for instant msg &amp; status updates.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F6D6D"/>
                </a:solidFill>
              </a:rPr>
              <a:t>5. Version Control Strategy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Feature Branch Workflow: </a:t>
            </a:r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Isolated branches per feature (main, dark-mode, status-music).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Rebase vs Merge: </a:t>
            </a:r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Used 'git rebase' to maintain linear history and avoid merge bubbles.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Integration: </a:t>
            </a:r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Fast-Forward merges for clean deployment.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F6D6D"/>
                </a:solidFill>
              </a:rPr>
              <a:t>Git Workflow Visualized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</a:rPr>
              <a:t>1. Main Branch (Production)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</a:rPr>
              <a:t>2. Feature Branch: feature-dark-mode (Rebased on Main)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</a:rPr>
              <a:t>3. Feature Branch: feature-music (Merged)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</a:rPr>
              <a:t>4. Release Branch: v1.5 (Bug fixes, Merged)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</a:rPr>
              <a:t>Tags: v1.0, v1.1, v1.5 marked stable releases.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F6D6D"/>
                </a:solidFill>
              </a:rPr>
              <a:t>6. Key Feature Delivery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Dark Mode (v1.1): </a:t>
            </a:r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Config-based theming (Tailwind). Persisted via LocalStorage.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Status Music: </a:t>
            </a:r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Binary data handling. Decision: Client-side IndexedDB (Efficiency).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v1.5 Releases: </a:t>
            </a:r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Agile fixes: Logout Button, Secure Event Deletion.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F6D6D"/>
                </a:solidFill>
              </a:rPr>
              <a:t>7. GitHub Usage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</a:rPr>
              <a:t>Remote Collaboration suitable for teams.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</a:rPr>
              <a:t>Release Management with Git Tags.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</a:rPr>
              <a:t>Comprehensive Documentation (README w/ Badges).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F6D6D"/>
                </a:solidFill>
              </a:rPr>
              <a:t>8. 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</a:rPr>
              <a:t>Demonstrates Full-Stack + DevOps Mindset.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</a:rPr>
              <a:t>Git used as a strategic tool, not just a save button.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</a:rPr>
              <a:t>Result: Robust, clean, and user-centric software delivery.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2025-12-23T06:09:01Z</dcterms:created>
  <dcterms:modified xsi:type="dcterms:W3CDTF">2025-12-23T06:09:01Z</dcterms:modified>
</cp:coreProperties>
</file>